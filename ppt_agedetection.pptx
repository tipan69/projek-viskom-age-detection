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4674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L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2WtBQvjFXOjMBkgMLCJgw8H500sgVmIE?usp=sharing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tasets/jangedoo/utkface-n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Kelompok Usia dari Wajah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AlexNet, VGG16, ResNet50, dan GoogLeNet (InceptionV3) pada dataset UTKFace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4867422"/>
            <a:ext cx="7315200" cy="1026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</a:t>
            </a:r>
            <a:r>
              <a:rPr lang="en-US" sz="2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ferdianto gani / 223400010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ivan Sanjaya </a:t>
            </a:r>
            <a:r>
              <a:rPr lang="en-US" sz="2000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tjoe</a:t>
            </a:r>
            <a:r>
              <a:rPr lang="en-US" sz="2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2234000</a:t>
            </a:r>
            <a:endParaRPr lang="en-US" sz="20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adalah teknologi untuk mengenali dan menganalisis wajah dari gambar atau video.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perlu: kamera sudah ada di mana-mana (HP, CCTV, kiosk), wajah tidak perlu dibawa atau diingat, dan menilai foto satu per satu secara manual itu lambat.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Manfaat: keamanan dan verifikasi identitas, pembatasan usia untuk produk atau konten tertentu, dan analisis pengunjung (ritel, layanan publik).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proyek ini wajah digunakan untuk memperkirakan kelompok usia seseorang.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dan Alur Pengerjaan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Mencoba 4 algoritma deep learning: AlexNet, VGG16, ResNet50, dan GoogLeNet, lalu mengatur hyperparameter-nya.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Mengevaluasi hasilnya (accuracy, F1-score, confusion matrix) dan menentukan algoritma terbaik.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demo prediksi lewat upload foto dan webcam, lalu mempublikasikan kode ke GitHub.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Alur:  Data Preparation  →  Data Splitting  →  Modelling  →  Evaluasi  →  Simpan Model  →  Demo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UTKFace (Kaggle: jangedoo/utkface-new).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Jumlah: 23.684 foto wajah (setelah hapus file ganda dan umur di luar 1–100).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umur diambil dari nama file: [umur]_[gender]_[ras]_[tanggal].jpg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Umur dikelompokkan jadi 5 label (kelas).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463040"/>
          <a:ext cx="5212080" cy="35204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Kelompok usia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Umur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Remaja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13–19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Dewasa Muda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Dewasa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35–54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Lansia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55+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23.684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Pembagian Data dan Preprocessing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4754880" cy="2514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6.426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114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9.180 adalah jumlah setelah balancing.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371600"/>
            <a:ext cx="5852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Balancing: tiap kelompok dibatasi maksimal 2.000 foto (Remaja tetap 1.180).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weight: Remaja 1,556, kelompok lain 0,918.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gambar ke 128×128 piksel.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Augmentasi (saat training): flip, rotasi, zoom, kontras.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stratified, seed 42.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Data</a:t>
            </a:r>
            <a:endParaRPr lang="en-US" sz="3400" dirty="0"/>
          </a:p>
        </p:txBody>
      </p:sp>
      <p:pic>
        <p:nvPicPr>
          <p:cNvPr id="3" name="Image 0" descr="Contoh foto UTKFace beserta umur, kelompok usia, dan gen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280160"/>
            <a:ext cx="7772400" cy="44175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34911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foto diberi judul: umur | kelompok usia | gender.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(1): AlexNet dan VGG16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(dilatih dari nol)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lapisan Conv + 3 lapisan FC.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Conv: 96 (11×11), 256 (5×5), lalu 384, 384, 256 (3×3).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BatchNormalization dan MaxPooling.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512 unit dua kali, dropout 0,5.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softmax 5 kelas.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(transfer learning)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92024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Konvolusi 3×3 yang ditumpuk, 5 blok + max pooling.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bobot ImageNet.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atas diganti: GlobalAvgPool → Dense 256 → Dropout 0,5 → Softmax 5.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pada 4 layer terakhir.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(2): ResNet50 dan GoogLeNet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(transfer learning)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lapisan dengan blok residual.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connection: output = F(x) + x, membantu jaringan dalam tetap bisa dilatih.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atas diganti: Dense 256, dropout 0,4, softmax 5.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pada 30 layer terakhir.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GoogLeNet / InceptionV3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92024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modul Inception: konvolusi 1×1, 3×3, 5×5 dan pooling berjalan paralel lalu digabung.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GoogLeNet punya 22 lapisan. Keras tidak menyediakan GoogLeNet, jadi dipakai InceptionV3 (penerusnya).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atas diganti: Dense 256, dropout 0,4, softmax 5.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pada 40 layer terakhir.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yang Digunakan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3785616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AlexNet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InceptionV3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Pendekatan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Dari nol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learning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learning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learning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 fine-tuning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Dense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 maksimum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+ 10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+ 10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+ 10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di-fine-tune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model: batch size 32, input 128×128, loss sparse categorical crossentropy, EarlyStopping (patience 5) dan ReduceLROnPlateau.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Kurva Training</a:t>
            </a:r>
            <a:endParaRPr lang="en-US" sz="3400" dirty="0"/>
          </a:p>
        </p:txBody>
      </p:sp>
      <p:pic>
        <p:nvPicPr>
          <p:cNvPr id="3" name="Image 0" descr="Kurva accuracy dan loss AlexN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440680" cy="2049158"/>
          </a:xfrm>
          <a:prstGeom prst="rect">
            <a:avLst/>
          </a:prstGeom>
        </p:spPr>
      </p:pic>
      <p:pic>
        <p:nvPicPr>
          <p:cNvPr id="4" name="Image 1" descr="Kurva accuracy dan loss VGG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280160"/>
            <a:ext cx="5440680" cy="2040937"/>
          </a:xfrm>
          <a:prstGeom prst="rect">
            <a:avLst/>
          </a:prstGeom>
        </p:spPr>
      </p:pic>
      <p:pic>
        <p:nvPicPr>
          <p:cNvPr id="5" name="Image 2" descr="Kurva accuracy dan loss ResNet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66478"/>
            <a:ext cx="5440680" cy="2055368"/>
          </a:xfrm>
          <a:prstGeom prst="rect">
            <a:avLst/>
          </a:prstGeom>
        </p:spPr>
      </p:pic>
      <p:pic>
        <p:nvPicPr>
          <p:cNvPr id="6" name="Image 3" descr="Kurva accuracy dan loss InceptionV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466478"/>
            <a:ext cx="5440680" cy="2055368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model transfer learning, tahap fine-tuning menurunkan loss validasi dan menaikkan accuracy validasi.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(1): AlexNet dan VGG16</a:t>
            </a:r>
            <a:endParaRPr lang="en-US" sz="3400" dirty="0"/>
          </a:p>
        </p:txBody>
      </p:sp>
      <p:pic>
        <p:nvPicPr>
          <p:cNvPr id="3" name="Image 0" descr="Confusion matrix AlexN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349240" cy="41871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76993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AlexNet:  accuracy 62,89%,  F1-macro 0,617</a:t>
            </a:r>
            <a:endParaRPr lang="en-US" sz="1700" dirty="0"/>
          </a:p>
        </p:txBody>
      </p:sp>
      <p:pic>
        <p:nvPicPr>
          <p:cNvPr id="5" name="Image 1" descr="Confusion matrix VGG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280160"/>
            <a:ext cx="5349240" cy="418710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63640" y="5576993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VGG16:  accuracy 67,90%,  F1-macro 0,664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(2): ResNet50 dan InceptionV3</a:t>
            </a:r>
            <a:endParaRPr lang="en-US" sz="3400" dirty="0"/>
          </a:p>
        </p:txBody>
      </p:sp>
      <p:pic>
        <p:nvPicPr>
          <p:cNvPr id="3" name="Image 0" descr="Confusion matrix ResNet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349240" cy="41871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76993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ResNet50:  accuracy 69,64%,  F1-macro 0,688</a:t>
            </a:r>
            <a:endParaRPr lang="en-US" sz="1700" dirty="0"/>
          </a:p>
        </p:txBody>
      </p:sp>
      <p:pic>
        <p:nvPicPr>
          <p:cNvPr id="5" name="Image 1" descr="Confusion matrix InceptionV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280160"/>
            <a:ext cx="5349240" cy="418710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63640" y="5576993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InceptionV3:  accuracy 62,60%,  F1-macro 0,623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Hasil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669280" cy="27432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F1-macro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 ±1 kelompok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69,64%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96,30%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67,90%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InceptionV3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62,60%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92,81%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AlexNet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62,89%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976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berdasarkan F1-macro. Acc ±1 kelompok artinya prediksi benar atau hanya meleset satu kelompok usia.</a:t>
            </a:r>
            <a:endParaRPr lang="en-US" sz="1500" dirty="0"/>
          </a:p>
        </p:txBody>
      </p:sp>
      <p:pic>
        <p:nvPicPr>
          <p:cNvPr id="5" name="Image 0" descr="Grafik perbandingan accuracy, F1-macro, dan Acc ±1 kelompo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71600"/>
            <a:ext cx="5120640" cy="255690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Akhir: Demo</a:t>
            </a:r>
            <a:endParaRPr lang="en-US" sz="3400" dirty="0"/>
          </a:p>
        </p:txBody>
      </p:sp>
      <p:pic>
        <p:nvPicPr>
          <p:cNvPr id="3" name="Image 0" descr="Hasil prediksi dari foto yang diuplo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80160"/>
            <a:ext cx="2303833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401113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foto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3401113" y="19202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Hasil: Dewasa (35–54), keyakinan 53%</a:t>
            </a:r>
            <a:endParaRPr lang="en-US" sz="1700" dirty="0"/>
          </a:p>
        </p:txBody>
      </p:sp>
      <p:pic>
        <p:nvPicPr>
          <p:cNvPr id="6" name="Image 1" descr="Hasil prediksi dari tangkapan webc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80160"/>
            <a:ext cx="4088958" cy="3108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7920" y="4526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(klik Capture)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49834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Hasil: Remaja (13–19), keyakinan 80%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56235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yang dipakai: ResNet50. Wajah dideteksi dengan Haar Cascade, lalu dipotong dan diklasifikasi.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dan Diskusi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paling baik: accuracy 69,64% dan F1-macro 0,688.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Urutan: ResNet50 &gt; VGG16 &gt; InceptionV3 dan AlexNet (hasilnya hampir sama).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(ResNet50, VGG16) lebih baik daripada AlexNet yang dilatih dari nol.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±1 kelompok 92,8–96,3%, jadi kesalahan biasanya ke kelompok usia yang bersebelahan.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Remaja paling sulit (F1 0,47–0,57). Datanya paling sedikit dan batas umurnya tidak tegas.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Kesimpulan: ResNet50 dipilih sebagai model terbaik.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google collab dan dataset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100" dirty="0">
                <a:hlinkClick r:id="rId3"/>
              </a:rPr>
              <a:t>https://colab.research.google.com/drive/12WtBQvjFXOjMBkgMLCJgw8H500sgVmIE?usp=sharing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100" dirty="0">
                <a:hlinkClick r:id="rId4"/>
              </a:rPr>
              <a:t>https://www.kaggle.com/datasets/jangedoo/utkface-new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960</Words>
  <Application>Microsoft Office PowerPoint</Application>
  <PresentationFormat>Widescreen</PresentationFormat>
  <Paragraphs>212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Latar Belakang</vt:lpstr>
      <vt:lpstr>Tujuan dan Alur Pengerjaan</vt:lpstr>
      <vt:lpstr>Dataset</vt:lpstr>
      <vt:lpstr>Pembagian Data dan Preprocessing</vt:lpstr>
      <vt:lpstr>Contoh Data</vt:lpstr>
      <vt:lpstr>Arsitektur (1): AlexNet dan VGG16</vt:lpstr>
      <vt:lpstr>Arsitektur (2): ResNet50 dan GoogLeNet</vt:lpstr>
      <vt:lpstr>Hyperparameter yang Digunakan</vt:lpstr>
      <vt:lpstr>Kurva Training</vt:lpstr>
      <vt:lpstr>Confusion Matrix (1): AlexNet dan VGG16</vt:lpstr>
      <vt:lpstr>Confusion Matrix (2): ResNet50 dan InceptionV3</vt:lpstr>
      <vt:lpstr>Perbandingan Hasil</vt:lpstr>
      <vt:lpstr>Hasil Akhir: Demo</vt:lpstr>
      <vt:lpstr>Hasil dan Diskusi</vt:lpstr>
      <vt:lpstr>Link google collab dan dataset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Deteksi Kelompok Usia dari Wajah</dc:title>
  <dc:subject>PptxGenJS Presentation</dc:subject>
  <dc:creator>Ipan</dc:creator>
  <cp:lastModifiedBy>ivan gani</cp:lastModifiedBy>
  <cp:revision>2</cp:revision>
  <dcterms:created xsi:type="dcterms:W3CDTF">2026-10-12T19:22:24Z</dcterms:created>
  <dcterms:modified xsi:type="dcterms:W3CDTF">2026-10-12T19:33:45Z</dcterms:modified>
</cp:coreProperties>
</file>